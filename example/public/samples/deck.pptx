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Edithly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PPTX preview sample for the file viewer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Google Slides-like browser preview</a:t>
            </a:r>
          </a:p>
          <a:p>
            <a:pPr/>
            <a:r>
              <a:t>List and single-slide viewing modes</a:t>
            </a:r>
          </a:p>
          <a:p>
            <a:pPr/>
            <a:r>
              <a:t>Real PPTX file for test workspace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Revenue up 24% quarter over quarter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